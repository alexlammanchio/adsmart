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embeddedFontLst>
    <p:embeddedFont>
      <p:font typeface="標楷體" panose="03000509000000000000" pitchFamily="65" charset="-120"/>
      <p:regular r:id="rId4"/>
    </p:embeddedFont>
    <p:embeddedFont>
      <p:font typeface="Calibri Light" panose="020F0302020204030204" pitchFamily="34" charset="0"/>
      <p:regular r:id="rId5"/>
      <p:italic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33CCFF"/>
    <a:srgbClr val="CCCC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3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20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9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87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15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0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6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9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5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2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3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91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BDC13-C0CB-4035-8DC9-B94754C8BEA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413164" y="1068779"/>
            <a:ext cx="8176161" cy="4910447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3064532" y="4373853"/>
            <a:ext cx="6707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水底撈四川火鍋</a:t>
            </a:r>
            <a:endParaRPr lang="en-US" sz="4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526972" y="1770920"/>
            <a:ext cx="3651663" cy="238100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全向箭號圖說文字 21"/>
          <p:cNvSpPr/>
          <p:nvPr/>
        </p:nvSpPr>
        <p:spPr>
          <a:xfrm>
            <a:off x="4595751" y="2293434"/>
            <a:ext cx="1514104" cy="1335974"/>
          </a:xfrm>
          <a:prstGeom prst="quad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0163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47747" y="1601248"/>
            <a:ext cx="8176161" cy="49104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小綠書</a:t>
            </a:r>
            <a:endParaRPr lang="en-US" sz="1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6312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11645</TotalTime>
  <Words>8</Words>
  <Application>Microsoft Office PowerPoint</Application>
  <PresentationFormat>寬螢幕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標楷體</vt:lpstr>
      <vt:lpstr>Calibri Light</vt:lpstr>
      <vt:lpstr>Calibri</vt:lpstr>
      <vt:lpstr>新細明體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alexlam</dc:creator>
  <cp:lastModifiedBy>alexlam</cp:lastModifiedBy>
  <cp:revision>10</cp:revision>
  <dcterms:created xsi:type="dcterms:W3CDTF">2023-05-22T17:40:31Z</dcterms:created>
  <dcterms:modified xsi:type="dcterms:W3CDTF">2023-05-30T19:53:40Z</dcterms:modified>
</cp:coreProperties>
</file>