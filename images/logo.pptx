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8D6C-6AEC-4CF1-B41D-014286A4A62F}" type="datetimeFigureOut">
              <a:rPr lang="en-US" smtClean="0"/>
              <a:t>5/28/2023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A003-2634-4B82-917F-DBADFAC8A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38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8D6C-6AEC-4CF1-B41D-014286A4A62F}" type="datetimeFigureOut">
              <a:rPr lang="en-US" smtClean="0"/>
              <a:t>5/28/2023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A003-2634-4B82-917F-DBADFAC8A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572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8D6C-6AEC-4CF1-B41D-014286A4A62F}" type="datetimeFigureOut">
              <a:rPr lang="en-US" smtClean="0"/>
              <a:t>5/28/2023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A003-2634-4B82-917F-DBADFAC8A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46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8D6C-6AEC-4CF1-B41D-014286A4A62F}" type="datetimeFigureOut">
              <a:rPr lang="en-US" smtClean="0"/>
              <a:t>5/28/2023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A003-2634-4B82-917F-DBADFAC8A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54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8D6C-6AEC-4CF1-B41D-014286A4A62F}" type="datetimeFigureOut">
              <a:rPr lang="en-US" smtClean="0"/>
              <a:t>5/28/2023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A003-2634-4B82-917F-DBADFAC8A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26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8D6C-6AEC-4CF1-B41D-014286A4A62F}" type="datetimeFigureOut">
              <a:rPr lang="en-US" smtClean="0"/>
              <a:t>5/28/2023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A003-2634-4B82-917F-DBADFAC8A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40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8D6C-6AEC-4CF1-B41D-014286A4A62F}" type="datetimeFigureOut">
              <a:rPr lang="en-US" smtClean="0"/>
              <a:t>5/28/2023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A003-2634-4B82-917F-DBADFAC8A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46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8D6C-6AEC-4CF1-B41D-014286A4A62F}" type="datetimeFigureOut">
              <a:rPr lang="en-US" smtClean="0"/>
              <a:t>5/28/2023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A003-2634-4B82-917F-DBADFAC8A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8D6C-6AEC-4CF1-B41D-014286A4A62F}" type="datetimeFigureOut">
              <a:rPr lang="en-US" smtClean="0"/>
              <a:t>5/28/2023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A003-2634-4B82-917F-DBADFAC8A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9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8D6C-6AEC-4CF1-B41D-014286A4A62F}" type="datetimeFigureOut">
              <a:rPr lang="en-US" smtClean="0"/>
              <a:t>5/28/2023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A003-2634-4B82-917F-DBADFAC8A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29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8D6C-6AEC-4CF1-B41D-014286A4A62F}" type="datetimeFigureOut">
              <a:rPr lang="en-US" smtClean="0"/>
              <a:t>5/28/2023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A003-2634-4B82-917F-DBADFAC8A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3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E8D6C-6AEC-4CF1-B41D-014286A4A62F}" type="datetimeFigureOut">
              <a:rPr lang="en-US" smtClean="0"/>
              <a:t>5/28/2023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3A003-2634-4B82-917F-DBADFAC8A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48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371" y="4446703"/>
            <a:ext cx="3366802" cy="180446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79" y="2586135"/>
            <a:ext cx="3096575" cy="175917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79" y="240686"/>
            <a:ext cx="3096575" cy="1862433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79" y="4729942"/>
            <a:ext cx="2850265" cy="1338349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371" y="240686"/>
            <a:ext cx="3366802" cy="1862433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371" y="2635573"/>
            <a:ext cx="3399905" cy="1660294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419" y="330517"/>
            <a:ext cx="2621329" cy="1772602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595" y="2353140"/>
            <a:ext cx="2754976" cy="2093563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00" y="4446703"/>
            <a:ext cx="2265565" cy="142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60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alexlam</dc:creator>
  <cp:lastModifiedBy>alexlam</cp:lastModifiedBy>
  <cp:revision>1</cp:revision>
  <dcterms:created xsi:type="dcterms:W3CDTF">2023-05-28T07:50:25Z</dcterms:created>
  <dcterms:modified xsi:type="dcterms:W3CDTF">2023-05-28T07:52:20Z</dcterms:modified>
</cp:coreProperties>
</file>