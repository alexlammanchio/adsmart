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Calibri Light" panose="020F0302020204030204" pitchFamily="34" charset="0"/>
      <p:regular r:id="rId3"/>
      <p:italic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33CCFF"/>
    <a:srgbClr val="CCCC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9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87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1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6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9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5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27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3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9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BDC13-C0CB-4035-8DC9-B94754C8BEA8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360F-2C30-47EE-B1B6-39295769E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840983" y="949156"/>
            <a:ext cx="10486446" cy="4083528"/>
          </a:xfrm>
          <a:prstGeom prst="rect">
            <a:avLst/>
          </a:prstGeom>
          <a:solidFill>
            <a:srgbClr val="33CCFF">
              <a:alpha val="2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body" idx="1"/>
          </p:nvPr>
        </p:nvSpPr>
        <p:spPr>
          <a:xfrm>
            <a:off x="811829" y="5018966"/>
            <a:ext cx="10528947" cy="1032770"/>
          </a:xfrm>
          <a:solidFill>
            <a:srgbClr val="000066"/>
          </a:solidFill>
          <a:ln>
            <a:solidFill>
              <a:schemeClr val="bg1"/>
            </a:solidFill>
          </a:ln>
        </p:spPr>
        <p:txBody>
          <a:bodyPr>
            <a:normAutofit fontScale="92500" lnSpcReduction="20000"/>
          </a:bodyPr>
          <a:lstStyle/>
          <a:p>
            <a:pPr algn="r">
              <a:lnSpc>
                <a:spcPct val="300000"/>
              </a:lnSpc>
            </a:pPr>
            <a:r>
              <a:rPr lang="en-US" dirty="0" smtClean="0">
                <a:solidFill>
                  <a:schemeClr val="bg1"/>
                </a:solidFill>
              </a:rPr>
              <a:t>Macao Street St . No.30</a:t>
            </a:r>
          </a:p>
          <a:p>
            <a:pPr algn="r">
              <a:lnSpc>
                <a:spcPct val="300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81" y="2422286"/>
            <a:ext cx="2710135" cy="2839662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5399350" y="1292139"/>
            <a:ext cx="23675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CEO</a:t>
            </a:r>
            <a:endParaRPr lang="en-US" sz="6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431426" y="2709288"/>
            <a:ext cx="250581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LAM MAN CHIO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70129" y="2709288"/>
            <a:ext cx="865798" cy="5232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66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Alex</a:t>
            </a:r>
            <a:endParaRPr lang="en-US" sz="32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4365093" y="3708862"/>
            <a:ext cx="3241015" cy="682765"/>
            <a:chOff x="4458533" y="3241652"/>
            <a:chExt cx="3241015" cy="682765"/>
          </a:xfrm>
        </p:grpSpPr>
        <p:sp>
          <p:nvSpPr>
            <p:cNvPr id="12" name="文字方塊 11"/>
            <p:cNvSpPr txBox="1"/>
            <p:nvPr/>
          </p:nvSpPr>
          <p:spPr>
            <a:xfrm>
              <a:off x="4458533" y="3241652"/>
              <a:ext cx="2068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Tel: +853 6666 8888</a:t>
              </a:r>
              <a:endParaRPr lang="en-US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4458533" y="3555085"/>
              <a:ext cx="3241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Mail: alexlam@adsmart.com.mo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163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19</Words>
  <Application>Microsoft Office PowerPoint</Application>
  <PresentationFormat>寬螢幕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 Light</vt:lpstr>
      <vt:lpstr>Calibri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alexlam</dc:creator>
  <cp:lastModifiedBy>alexlam</cp:lastModifiedBy>
  <cp:revision>4</cp:revision>
  <dcterms:created xsi:type="dcterms:W3CDTF">2023-05-22T17:40:31Z</dcterms:created>
  <dcterms:modified xsi:type="dcterms:W3CDTF">2023-05-22T18:17:49Z</dcterms:modified>
</cp:coreProperties>
</file>